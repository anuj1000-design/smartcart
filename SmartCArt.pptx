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8"/>
  </p:notesMasterIdLst>
  <p:handoutMasterIdLst>
    <p:handoutMasterId r:id="rId9"/>
  </p:handoutMasterIdLst>
  <p:sldIdLst>
    <p:sldId id="411" r:id="rId5"/>
    <p:sldId id="383" r:id="rId6"/>
    <p:sldId id="41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  <p:cmAuthor id="3" name="Mohsin Hanif" initials="MH" lastIdx="1" clrIdx="2">
    <p:extLst>
      <p:ext uri="{19B8F6BF-5375-455C-9EA6-DF929625EA0E}">
        <p15:presenceInfo xmlns:p15="http://schemas.microsoft.com/office/powerpoint/2012/main" userId="ad1b5bf8cffef08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>
        <p:scale>
          <a:sx n="75" d="100"/>
          <a:sy n="75" d="100"/>
        </p:scale>
        <p:origin x="974" y="3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ECC8-862C-B214-C17C-766A09EBF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57835"/>
            <a:ext cx="5429922" cy="537883"/>
          </a:xfrm>
        </p:spPr>
        <p:txBody>
          <a:bodyPr/>
          <a:lstStyle/>
          <a:p>
            <a:pPr algn="ctr"/>
            <a:r>
              <a:rPr lang="en-IN" dirty="0"/>
              <a:t>TITLE: Smart Cart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27C6-0F17-4DA7-FF62-F0FA13898B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4730" y="2409469"/>
            <a:ext cx="7810500" cy="3699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Problem Statement: </a:t>
            </a:r>
          </a:p>
          <a:p>
            <a:r>
              <a:rPr lang="en-GB" sz="1800" dirty="0"/>
              <a:t>Long queues at billing counters
Time-consuming manual barcode scanning
Limited staff availability
Poor shopping experience during peak hours</a:t>
            </a: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8097F5-174C-41E4-E4A6-4F7F652ED839}"/>
              </a:ext>
            </a:extLst>
          </p:cNvPr>
          <p:cNvSpPr txBox="1"/>
          <p:nvPr/>
        </p:nvSpPr>
        <p:spPr>
          <a:xfrm>
            <a:off x="977153" y="1604683"/>
            <a:ext cx="651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Mobile Application for Self-Scanning and Cashless Checkout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260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784" y="866775"/>
            <a:ext cx="6787747" cy="985220"/>
          </a:xfrm>
        </p:spPr>
        <p:txBody>
          <a:bodyPr/>
          <a:lstStyle/>
          <a:p>
            <a:r>
              <a:rPr lang="en-US" dirty="0"/>
              <a:t>Block Diagram :</a:t>
            </a:r>
          </a:p>
        </p:txBody>
      </p:sp>
      <p:pic>
        <p:nvPicPr>
          <p:cNvPr id="8" name="Picture 7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58ADC8D1-FB75-5D04-ACFF-176B3806D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173" y="2402262"/>
            <a:ext cx="8489128" cy="21505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BA54BA-DD26-9842-A598-AF127B1D9579}"/>
              </a:ext>
            </a:extLst>
          </p:cNvPr>
          <p:cNvSpPr txBox="1"/>
          <p:nvPr/>
        </p:nvSpPr>
        <p:spPr>
          <a:xfrm>
            <a:off x="1071282" y="4552771"/>
            <a:ext cx="65083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Input: </a:t>
            </a:r>
            <a:r>
              <a:rPr lang="en-IN" dirty="0">
                <a:solidFill>
                  <a:schemeClr val="bg1"/>
                </a:solidFill>
              </a:rPr>
              <a:t>Camera Scans Barcode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Process: </a:t>
            </a:r>
            <a:r>
              <a:rPr lang="en-IN" dirty="0">
                <a:solidFill>
                  <a:schemeClr val="bg1"/>
                </a:solidFill>
              </a:rPr>
              <a:t>Fetches details, updates cart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Output:</a:t>
            </a:r>
            <a:r>
              <a:rPr lang="en-IN" dirty="0">
                <a:solidFill>
                  <a:schemeClr val="bg1"/>
                </a:solidFill>
              </a:rPr>
              <a:t> Generates unique Exit QR code after payment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Verification:</a:t>
            </a:r>
            <a:r>
              <a:rPr lang="en-IN" dirty="0">
                <a:solidFill>
                  <a:schemeClr val="bg1"/>
                </a:solidFill>
              </a:rPr>
              <a:t> Security scans Exit QR code to validate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48AC0-9F54-309A-758E-64FAA0F97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2233-9CBD-BDBC-9564-6C4C879F8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189572"/>
            <a:ext cx="8519025" cy="1831089"/>
          </a:xfrm>
        </p:spPr>
        <p:txBody>
          <a:bodyPr/>
          <a:lstStyle/>
          <a:p>
            <a:r>
              <a:rPr lang="en-GB" b="0" dirty="0"/>
              <a:t>Planned Method of Final Demo</a:t>
            </a:r>
            <a:endParaRPr lang="en-IN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0578D-2ACE-4344-6595-004014A896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A mobile application for supermarket shopping. </a:t>
            </a:r>
          </a:p>
          <a:p>
            <a:pPr marL="0" indent="0">
              <a:buNone/>
            </a:pPr>
            <a:r>
              <a:rPr lang="en-US" sz="1800" dirty="0"/>
              <a:t>Customers can:</a:t>
            </a:r>
          </a:p>
          <a:p>
            <a:pPr lvl="1"/>
            <a:r>
              <a:rPr lang="en-US" sz="1800" dirty="0"/>
              <a:t>Scan product barcodes using their phone</a:t>
            </a:r>
          </a:p>
          <a:p>
            <a:pPr lvl="1"/>
            <a:r>
              <a:rPr lang="en-US" sz="1800" dirty="0"/>
              <a:t>View product details and price</a:t>
            </a:r>
          </a:p>
          <a:p>
            <a:pPr lvl="1"/>
            <a:r>
              <a:rPr lang="en-US" sz="1800" dirty="0"/>
              <a:t>Add items to cart</a:t>
            </a:r>
          </a:p>
          <a:p>
            <a:pPr lvl="1"/>
            <a:r>
              <a:rPr lang="en-US" sz="1800" dirty="0"/>
              <a:t>Pay online without visiting the counter</a:t>
            </a:r>
          </a:p>
          <a:p>
            <a:r>
              <a:rPr lang="en-US" sz="1800" dirty="0"/>
              <a:t>Exit the store smoothly after payment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0257781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www.w3.org/2000/xmlns/"/>
    <ds:schemaRef ds:uri="71af3243-3dd4-4a8d-8c0d-dd76da1f02a5"/>
    <ds:schemaRef ds:uri="http://schemas.microsoft.com/sharepoint/v3"/>
    <ds:schemaRef ds:uri="http://www.w3.org/2001/XMLSchema-instance"/>
    <ds:schemaRef ds:uri="http://schemas.microsoft.com/office/infopath/2007/PartnerControl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462</TotalTime>
  <Words>112</Words>
  <Application>Microsoft Office PowerPoint</Application>
  <PresentationFormat>Widescreen</PresentationFormat>
  <Paragraphs>18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Franklin Gothic Book</vt:lpstr>
      <vt:lpstr>Franklin Gothic Demi</vt:lpstr>
      <vt:lpstr>Custom</vt:lpstr>
      <vt:lpstr>TITLE: Smart Cart</vt:lpstr>
      <vt:lpstr>Block Diagram :</vt:lpstr>
      <vt:lpstr>Planned Method of Final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Smart Cart</dc:title>
  <dc:creator>Mohsin Hanif</dc:creator>
  <cp:lastModifiedBy>Shreyas Pawar</cp:lastModifiedBy>
  <cp:revision>10</cp:revision>
  <dcterms:created xsi:type="dcterms:W3CDTF">2026-01-16T21:12:35Z</dcterms:created>
  <dcterms:modified xsi:type="dcterms:W3CDTF">2026-01-21T13:45:40Z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